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20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92E9-84A3-395C-DFD6-70EE607F7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563FC-E387-356C-1ADB-84649CAD4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9B6A-D519-121E-3C2A-BA407EB0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28CB6-1E46-37C3-0586-52EA3098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4C06B-2388-C397-EF06-2A1FCC37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993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0CC4-09D9-6B36-494F-E4BD4D6B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4E3A-F179-6EF2-A2EA-E498F085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75181-AEE6-7469-3C40-7ABFFB1C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6DE32-4250-D41D-A95D-C5D41996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E2FD-4594-3BEC-E652-D1063DA7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627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80C8-D285-9383-D084-DDEB71ED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E752F-B4FE-A9AC-60E3-C06F9CFA1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5C733-50B8-5B9B-0B0F-CB510FDD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C18B5-08B3-25D0-1CBB-D6E29AEA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D5A4C-75C8-8093-9E47-015C6559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200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9839-35FA-C1CE-B936-431690A1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98BD1-9C04-CEBC-C613-1B0904115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7E550-D8C3-A0B0-DBA9-EED56A18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E2DF2-FDC2-9005-699A-70820277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1320F-E3F0-22D3-CA81-32803A5A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00DAF-5B98-AA4D-016A-D2EEF21A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635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E28D-C126-C4BB-6D90-B96AC1D2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80814-FA61-748E-B36E-8D4503AE0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10236-DCB0-EE8E-BCA0-11DE47A6C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F89ED-196D-6616-4318-14C75CAFF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00C67-48CD-78BB-98BC-D32A17506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E7543A-F19C-8C29-FE31-D89CBCF2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4806E-FF33-488C-17FB-05287CC8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B9230-CEB8-5171-E8E3-94A03B84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892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7BA5-242C-B1A8-9F4F-B7F43691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DEDC3-B49E-36EA-5C14-300FE3D2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6A833-5ADD-113C-66E7-EA8B5212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9B4CC-3D12-B518-798C-5A048D20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59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CB47F9-38BA-5B77-67F6-BA04D464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33682-FB87-2277-00EC-7E904E6A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15499-852F-B698-EEE9-B00D31A1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688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95DA-91A8-DDD0-BBF5-E2B84EDD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C874F-13EA-A12E-130E-5497CC22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221C6-252F-1BB9-7E02-13B16F2DF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B0D56-D879-518C-D401-58657031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8FE55-7DAB-4DC7-EBC8-089E96DE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CF6E3-9E0A-93FA-165B-BD59BFAC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668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9648-F62A-485A-6DCE-CCA84500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F28A9-7CD4-CDF8-431E-DD8ABE4C9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E8623-CFAA-69DF-006B-4243C7FF0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96E60-0359-90C8-4D31-5D48DE09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C010E-C21F-DD91-399F-928ECB60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7264B-1164-169B-ADD9-EFF969BE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713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1BCF-BF5A-6EBA-DCFD-7F754D01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773AD-6A0A-C34D-E66F-B7C015CEA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737C-FB7D-4A30-6632-E0A78D1A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9FB6E-1953-6F8A-E11A-79594B13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A800A-AAD7-8581-FC5B-982761A0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678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5FF7D5-ECB1-7C10-42DF-C77718257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AF3E2-0AF6-1AB5-D541-1AF94A259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3D82-1468-A62D-D2A5-5599333C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CC6F2-DADA-35CD-B533-63D58FCD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B0190-39C0-F28B-DA83-49329286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8627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64A93-D63C-F18C-39C3-5D0DD4D2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D6A36-2CC2-63E6-EE33-238C02200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DAB38-A193-B816-E806-DE67BB90A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73EF5-4347-4BCF-8E0C-65B96A849EB6}" type="datetimeFigureOut">
              <a:rPr lang="en-DE" smtClean="0"/>
              <a:t>28/09/2025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EBA56-EE52-E774-0290-E55DD0FC1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94F9E-B354-CEA4-9044-923C8FE65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743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F23A228E-8278-9260-8509-82854077F447}"/>
              </a:ext>
            </a:extLst>
          </p:cNvPr>
          <p:cNvGrpSpPr/>
          <p:nvPr/>
        </p:nvGrpSpPr>
        <p:grpSpPr>
          <a:xfrm>
            <a:off x="1334278" y="765110"/>
            <a:ext cx="720000" cy="720000"/>
            <a:chOff x="1334278" y="765110"/>
            <a:chExt cx="720000" cy="72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15B48B-542F-2388-B3D9-79D1030300AF}"/>
                </a:ext>
              </a:extLst>
            </p:cNvPr>
            <p:cNvSpPr/>
            <p:nvPr/>
          </p:nvSpPr>
          <p:spPr>
            <a:xfrm>
              <a:off x="1334278" y="765110"/>
              <a:ext cx="720000" cy="7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747F704-2677-CF73-09C6-8A26212B0D7E}"/>
                </a:ext>
              </a:extLst>
            </p:cNvPr>
            <p:cNvSpPr/>
            <p:nvPr/>
          </p:nvSpPr>
          <p:spPr>
            <a:xfrm>
              <a:off x="1552575" y="975361"/>
              <a:ext cx="293370" cy="419100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347101-4FA3-D66E-DDEE-F2F90F13577E}"/>
                </a:ext>
              </a:extLst>
            </p:cNvPr>
            <p:cNvSpPr/>
            <p:nvPr/>
          </p:nvSpPr>
          <p:spPr>
            <a:xfrm>
              <a:off x="1607563" y="909320"/>
              <a:ext cx="184785" cy="1866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B5909C9-7ECD-4518-297D-3D684FCDA961}"/>
              </a:ext>
            </a:extLst>
          </p:cNvPr>
          <p:cNvGrpSpPr/>
          <p:nvPr/>
        </p:nvGrpSpPr>
        <p:grpSpPr>
          <a:xfrm>
            <a:off x="2208038" y="765110"/>
            <a:ext cx="720000" cy="720000"/>
            <a:chOff x="2208038" y="765110"/>
            <a:chExt cx="720000" cy="72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0D1189C-4945-41DA-CBA1-F332C0A9BCD9}"/>
                </a:ext>
              </a:extLst>
            </p:cNvPr>
            <p:cNvSpPr/>
            <p:nvPr/>
          </p:nvSpPr>
          <p:spPr>
            <a:xfrm>
              <a:off x="2208038" y="765110"/>
              <a:ext cx="720000" cy="7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E5AC4E-AA56-301E-5192-F96BBD7C8A73}"/>
                </a:ext>
              </a:extLst>
            </p:cNvPr>
            <p:cNvSpPr/>
            <p:nvPr/>
          </p:nvSpPr>
          <p:spPr>
            <a:xfrm>
              <a:off x="2446020" y="975361"/>
              <a:ext cx="233680" cy="4191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20ECD0D-44FA-57B3-054A-690202828EC2}"/>
                </a:ext>
              </a:extLst>
            </p:cNvPr>
            <p:cNvGrpSpPr/>
            <p:nvPr/>
          </p:nvGrpSpPr>
          <p:grpSpPr>
            <a:xfrm>
              <a:off x="2392680" y="909320"/>
              <a:ext cx="347980" cy="85089"/>
              <a:chOff x="2423160" y="948690"/>
              <a:chExt cx="279400" cy="45719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B51751-D9AD-4040-F6F8-310F7385C9E3}"/>
                  </a:ext>
                </a:extLst>
              </p:cNvPr>
              <p:cNvSpPr/>
              <p:nvPr/>
            </p:nvSpPr>
            <p:spPr>
              <a:xfrm>
                <a:off x="242316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11E54F8-6369-08D5-2788-5799BF72C52C}"/>
                  </a:ext>
                </a:extLst>
              </p:cNvPr>
              <p:cNvSpPr/>
              <p:nvPr/>
            </p:nvSpPr>
            <p:spPr>
              <a:xfrm>
                <a:off x="2656841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2EE1D8-0D7F-98DC-DE33-BED426C903E5}"/>
                  </a:ext>
                </a:extLst>
              </p:cNvPr>
              <p:cNvSpPr/>
              <p:nvPr/>
            </p:nvSpPr>
            <p:spPr>
              <a:xfrm>
                <a:off x="254000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54C13CE-9316-8D72-47A4-4BE647136D7A}"/>
              </a:ext>
            </a:extLst>
          </p:cNvPr>
          <p:cNvGrpSpPr/>
          <p:nvPr/>
        </p:nvGrpSpPr>
        <p:grpSpPr>
          <a:xfrm>
            <a:off x="3081798" y="765110"/>
            <a:ext cx="720000" cy="720000"/>
            <a:chOff x="3081798" y="765110"/>
            <a:chExt cx="720000" cy="720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F390A61-11B9-BFCB-9900-E7C5CB681276}"/>
                </a:ext>
              </a:extLst>
            </p:cNvPr>
            <p:cNvSpPr/>
            <p:nvPr/>
          </p:nvSpPr>
          <p:spPr>
            <a:xfrm>
              <a:off x="3081798" y="765110"/>
              <a:ext cx="720000" cy="7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1F35EE-226E-42DD-FFAC-017C7D91697F}"/>
                </a:ext>
              </a:extLst>
            </p:cNvPr>
            <p:cNvSpPr/>
            <p:nvPr/>
          </p:nvSpPr>
          <p:spPr>
            <a:xfrm rot="3597546">
              <a:off x="3293890" y="947374"/>
              <a:ext cx="233680" cy="20487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BC28C152-BDBA-1070-6D51-00CE7F9C3ED3}"/>
                </a:ext>
              </a:extLst>
            </p:cNvPr>
            <p:cNvSpPr/>
            <p:nvPr/>
          </p:nvSpPr>
          <p:spPr>
            <a:xfrm>
              <a:off x="3263561" y="1023620"/>
              <a:ext cx="356474" cy="368321"/>
            </a:xfrm>
            <a:prstGeom prst="rt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3" name="Trapezium 22">
              <a:extLst>
                <a:ext uri="{FF2B5EF4-FFF2-40B4-BE49-F238E27FC236}">
                  <a16:creationId xmlns:a16="http://schemas.microsoft.com/office/drawing/2014/main" id="{89D99959-BEA0-C152-0E62-4098D0FE82E8}"/>
                </a:ext>
              </a:extLst>
            </p:cNvPr>
            <p:cNvSpPr/>
            <p:nvPr/>
          </p:nvSpPr>
          <p:spPr>
            <a:xfrm rot="10800000">
              <a:off x="3447784" y="892339"/>
              <a:ext cx="221706" cy="299393"/>
            </a:xfrm>
            <a:prstGeom prst="trapezoid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1D5C5EE-541F-E79E-6A7B-5D6304335F08}"/>
              </a:ext>
            </a:extLst>
          </p:cNvPr>
          <p:cNvGrpSpPr/>
          <p:nvPr/>
        </p:nvGrpSpPr>
        <p:grpSpPr>
          <a:xfrm>
            <a:off x="3955558" y="765110"/>
            <a:ext cx="720000" cy="720000"/>
            <a:chOff x="3955558" y="765110"/>
            <a:chExt cx="720000" cy="720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2292DE9-83BF-EEC6-96D5-CD683C2FAF13}"/>
                </a:ext>
              </a:extLst>
            </p:cNvPr>
            <p:cNvSpPr/>
            <p:nvPr/>
          </p:nvSpPr>
          <p:spPr>
            <a:xfrm>
              <a:off x="3955558" y="765110"/>
              <a:ext cx="720000" cy="7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D0212281-BC72-71E0-BCA9-6BBC1CFB5FB5}"/>
                </a:ext>
              </a:extLst>
            </p:cNvPr>
            <p:cNvSpPr/>
            <p:nvPr/>
          </p:nvSpPr>
          <p:spPr>
            <a:xfrm>
              <a:off x="4176383" y="937260"/>
              <a:ext cx="266700" cy="454681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0" name="Teardrop 29">
              <a:extLst>
                <a:ext uri="{FF2B5EF4-FFF2-40B4-BE49-F238E27FC236}">
                  <a16:creationId xmlns:a16="http://schemas.microsoft.com/office/drawing/2014/main" id="{064023EC-B12E-3AA7-5E99-B1E4A11A60DC}"/>
                </a:ext>
              </a:extLst>
            </p:cNvPr>
            <p:cNvSpPr/>
            <p:nvPr/>
          </p:nvSpPr>
          <p:spPr>
            <a:xfrm rot="18951891">
              <a:off x="4213721" y="916311"/>
              <a:ext cx="192025" cy="192025"/>
            </a:xfrm>
            <a:prstGeom prst="teardrop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CE9D9E-0897-083B-C550-D6397F8DC8B9}"/>
                </a:ext>
              </a:extLst>
            </p:cNvPr>
            <p:cNvCxnSpPr/>
            <p:nvPr/>
          </p:nvCxnSpPr>
          <p:spPr>
            <a:xfrm flipH="1">
              <a:off x="4322372" y="847215"/>
              <a:ext cx="121920" cy="135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09A1595-1C91-6EE8-1C9D-134C0CC4A980}"/>
              </a:ext>
            </a:extLst>
          </p:cNvPr>
          <p:cNvGrpSpPr/>
          <p:nvPr/>
        </p:nvGrpSpPr>
        <p:grpSpPr>
          <a:xfrm>
            <a:off x="4833600" y="765110"/>
            <a:ext cx="720000" cy="720000"/>
            <a:chOff x="4833600" y="765110"/>
            <a:chExt cx="720000" cy="72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EB61760-7F1C-535C-AC35-2F97ECC825A3}"/>
                </a:ext>
              </a:extLst>
            </p:cNvPr>
            <p:cNvSpPr/>
            <p:nvPr/>
          </p:nvSpPr>
          <p:spPr>
            <a:xfrm>
              <a:off x="4833600" y="765110"/>
              <a:ext cx="720000" cy="7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3FD1F626-BDCE-F884-CFEE-CB0C511ED7DC}"/>
                </a:ext>
              </a:extLst>
            </p:cNvPr>
            <p:cNvSpPr/>
            <p:nvPr/>
          </p:nvSpPr>
          <p:spPr>
            <a:xfrm>
              <a:off x="5070420" y="937260"/>
              <a:ext cx="247650" cy="454681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5" name="Sun 34">
              <a:extLst>
                <a:ext uri="{FF2B5EF4-FFF2-40B4-BE49-F238E27FC236}">
                  <a16:creationId xmlns:a16="http://schemas.microsoft.com/office/drawing/2014/main" id="{1B971664-2762-1B14-B1FF-C26D61B27561}"/>
                </a:ext>
              </a:extLst>
            </p:cNvPr>
            <p:cNvSpPr/>
            <p:nvPr/>
          </p:nvSpPr>
          <p:spPr>
            <a:xfrm>
              <a:off x="5035140" y="833285"/>
              <a:ext cx="316920" cy="299393"/>
            </a:xfrm>
            <a:prstGeom prst="sun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FA11E55-2E5E-DF8F-CFBE-6694EF47CCAE}"/>
              </a:ext>
            </a:extLst>
          </p:cNvPr>
          <p:cNvGrpSpPr/>
          <p:nvPr/>
        </p:nvGrpSpPr>
        <p:grpSpPr>
          <a:xfrm>
            <a:off x="5711642" y="765110"/>
            <a:ext cx="720000" cy="720000"/>
            <a:chOff x="5711642" y="765110"/>
            <a:chExt cx="720000" cy="720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82609A9-69F0-2176-2E08-6F4D1B1A91E0}"/>
                </a:ext>
              </a:extLst>
            </p:cNvPr>
            <p:cNvSpPr/>
            <p:nvPr/>
          </p:nvSpPr>
          <p:spPr>
            <a:xfrm>
              <a:off x="5711642" y="765110"/>
              <a:ext cx="720000" cy="7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4FA3E9A0-6738-75D4-4ECB-FB77735F6AFE}"/>
                </a:ext>
              </a:extLst>
            </p:cNvPr>
            <p:cNvSpPr/>
            <p:nvPr/>
          </p:nvSpPr>
          <p:spPr>
            <a:xfrm>
              <a:off x="5948462" y="937260"/>
              <a:ext cx="247650" cy="454681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9" name="Cross 38">
              <a:extLst>
                <a:ext uri="{FF2B5EF4-FFF2-40B4-BE49-F238E27FC236}">
                  <a16:creationId xmlns:a16="http://schemas.microsoft.com/office/drawing/2014/main" id="{9DCD7D01-38D9-94DB-A55D-D6758715E56A}"/>
                </a:ext>
              </a:extLst>
            </p:cNvPr>
            <p:cNvSpPr/>
            <p:nvPr/>
          </p:nvSpPr>
          <p:spPr>
            <a:xfrm>
              <a:off x="5984012" y="863661"/>
              <a:ext cx="175260" cy="176405"/>
            </a:xfrm>
            <a:prstGeom prst="plus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7D5CF02-0B94-69F7-613A-C1D75A4A3AEA}"/>
              </a:ext>
            </a:extLst>
          </p:cNvPr>
          <p:cNvGrpSpPr/>
          <p:nvPr/>
        </p:nvGrpSpPr>
        <p:grpSpPr>
          <a:xfrm>
            <a:off x="1334278" y="1604712"/>
            <a:ext cx="720000" cy="720000"/>
            <a:chOff x="1334278" y="1604712"/>
            <a:chExt cx="720000" cy="720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037DD1-8DC9-E4E8-19CE-DACE8060F33E}"/>
                </a:ext>
              </a:extLst>
            </p:cNvPr>
            <p:cNvSpPr/>
            <p:nvPr/>
          </p:nvSpPr>
          <p:spPr>
            <a:xfrm>
              <a:off x="1334278" y="1604712"/>
              <a:ext cx="7200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2DEC7F2B-AB1A-9E85-9F59-240874405A16}"/>
                </a:ext>
              </a:extLst>
            </p:cNvPr>
            <p:cNvSpPr/>
            <p:nvPr/>
          </p:nvSpPr>
          <p:spPr>
            <a:xfrm>
              <a:off x="1552575" y="1814963"/>
              <a:ext cx="293370" cy="419100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49DE973-68E4-B8CF-D81B-9064032348AB}"/>
                </a:ext>
              </a:extLst>
            </p:cNvPr>
            <p:cNvSpPr/>
            <p:nvPr/>
          </p:nvSpPr>
          <p:spPr>
            <a:xfrm>
              <a:off x="1607563" y="1748922"/>
              <a:ext cx="184785" cy="18669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B868203-D82F-B82D-4FC8-37C1DA74E925}"/>
              </a:ext>
            </a:extLst>
          </p:cNvPr>
          <p:cNvGrpSpPr/>
          <p:nvPr/>
        </p:nvGrpSpPr>
        <p:grpSpPr>
          <a:xfrm>
            <a:off x="2208038" y="1604712"/>
            <a:ext cx="720000" cy="720000"/>
            <a:chOff x="2208038" y="1604712"/>
            <a:chExt cx="720000" cy="720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5A2CE67-06CF-2C76-BEDE-74439D4674FC}"/>
                </a:ext>
              </a:extLst>
            </p:cNvPr>
            <p:cNvSpPr/>
            <p:nvPr/>
          </p:nvSpPr>
          <p:spPr>
            <a:xfrm>
              <a:off x="2208038" y="1604712"/>
              <a:ext cx="7200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2E125DA-03A9-B9B2-1A9A-78B100F08017}"/>
                </a:ext>
              </a:extLst>
            </p:cNvPr>
            <p:cNvSpPr/>
            <p:nvPr/>
          </p:nvSpPr>
          <p:spPr>
            <a:xfrm>
              <a:off x="2446020" y="1814963"/>
              <a:ext cx="233680" cy="4191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9F289DE-ABA5-EC82-B899-8FE7C67F68E2}"/>
                </a:ext>
              </a:extLst>
            </p:cNvPr>
            <p:cNvGrpSpPr/>
            <p:nvPr/>
          </p:nvGrpSpPr>
          <p:grpSpPr>
            <a:xfrm>
              <a:off x="2392680" y="1748922"/>
              <a:ext cx="347980" cy="85089"/>
              <a:chOff x="2423160" y="948690"/>
              <a:chExt cx="279400" cy="45719"/>
            </a:xfrm>
            <a:solidFill>
              <a:schemeClr val="bg1">
                <a:lumMod val="85000"/>
              </a:schemeClr>
            </a:solidFill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A0F749F-9820-FFC2-C87F-160464A3739A}"/>
                  </a:ext>
                </a:extLst>
              </p:cNvPr>
              <p:cNvSpPr/>
              <p:nvPr/>
            </p:nvSpPr>
            <p:spPr>
              <a:xfrm>
                <a:off x="242316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85F8D22-683F-D30B-ABBF-8D8BDF0E8DEC}"/>
                  </a:ext>
                </a:extLst>
              </p:cNvPr>
              <p:cNvSpPr/>
              <p:nvPr/>
            </p:nvSpPr>
            <p:spPr>
              <a:xfrm>
                <a:off x="2656841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76E8AAE-11AB-B45F-3A17-3E9389926E24}"/>
                  </a:ext>
                </a:extLst>
              </p:cNvPr>
              <p:cNvSpPr/>
              <p:nvPr/>
            </p:nvSpPr>
            <p:spPr>
              <a:xfrm>
                <a:off x="254000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5574685-5B28-9E9A-0D85-3E04AC73A617}"/>
              </a:ext>
            </a:extLst>
          </p:cNvPr>
          <p:cNvGrpSpPr/>
          <p:nvPr/>
        </p:nvGrpSpPr>
        <p:grpSpPr>
          <a:xfrm>
            <a:off x="3081798" y="1604712"/>
            <a:ext cx="720000" cy="720000"/>
            <a:chOff x="3081798" y="1604712"/>
            <a:chExt cx="720000" cy="720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84183F1-2634-04B1-9E26-336C2084E3EB}"/>
                </a:ext>
              </a:extLst>
            </p:cNvPr>
            <p:cNvSpPr/>
            <p:nvPr/>
          </p:nvSpPr>
          <p:spPr>
            <a:xfrm>
              <a:off x="3081798" y="1604712"/>
              <a:ext cx="7200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3EA2689-5569-66F2-F489-706915965829}"/>
                </a:ext>
              </a:extLst>
            </p:cNvPr>
            <p:cNvSpPr/>
            <p:nvPr/>
          </p:nvSpPr>
          <p:spPr>
            <a:xfrm rot="3597546">
              <a:off x="3293890" y="1786976"/>
              <a:ext cx="233680" cy="2048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1" name="Right Triangle 50">
              <a:extLst>
                <a:ext uri="{FF2B5EF4-FFF2-40B4-BE49-F238E27FC236}">
                  <a16:creationId xmlns:a16="http://schemas.microsoft.com/office/drawing/2014/main" id="{FD1EF00A-96D5-67BE-4A67-5330DC683EEF}"/>
                </a:ext>
              </a:extLst>
            </p:cNvPr>
            <p:cNvSpPr/>
            <p:nvPr/>
          </p:nvSpPr>
          <p:spPr>
            <a:xfrm>
              <a:off x="3263561" y="1863222"/>
              <a:ext cx="356474" cy="368321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2" name="Trapezium 51">
              <a:extLst>
                <a:ext uri="{FF2B5EF4-FFF2-40B4-BE49-F238E27FC236}">
                  <a16:creationId xmlns:a16="http://schemas.microsoft.com/office/drawing/2014/main" id="{FE78B735-0B0D-7197-53F1-E40EB5301DBD}"/>
                </a:ext>
              </a:extLst>
            </p:cNvPr>
            <p:cNvSpPr/>
            <p:nvPr/>
          </p:nvSpPr>
          <p:spPr>
            <a:xfrm rot="10800000">
              <a:off x="3447784" y="1731941"/>
              <a:ext cx="221706" cy="299393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BD36E83-0FFE-7A44-07E8-9CD0927ECC43}"/>
              </a:ext>
            </a:extLst>
          </p:cNvPr>
          <p:cNvGrpSpPr/>
          <p:nvPr/>
        </p:nvGrpSpPr>
        <p:grpSpPr>
          <a:xfrm>
            <a:off x="3955558" y="1604712"/>
            <a:ext cx="720000" cy="720000"/>
            <a:chOff x="3955558" y="1604712"/>
            <a:chExt cx="720000" cy="72000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837126C-4DFE-39D1-6960-E04CE6D3D08C}"/>
                </a:ext>
              </a:extLst>
            </p:cNvPr>
            <p:cNvSpPr/>
            <p:nvPr/>
          </p:nvSpPr>
          <p:spPr>
            <a:xfrm>
              <a:off x="3955558" y="1604712"/>
              <a:ext cx="7200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F7D28D4-1A1F-C926-9EB6-FCCCDAA62EE8}"/>
                </a:ext>
              </a:extLst>
            </p:cNvPr>
            <p:cNvSpPr/>
            <p:nvPr/>
          </p:nvSpPr>
          <p:spPr>
            <a:xfrm>
              <a:off x="4176383" y="1776862"/>
              <a:ext cx="266700" cy="4546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5" name="Teardrop 54">
              <a:extLst>
                <a:ext uri="{FF2B5EF4-FFF2-40B4-BE49-F238E27FC236}">
                  <a16:creationId xmlns:a16="http://schemas.microsoft.com/office/drawing/2014/main" id="{F8A85F69-B7CB-B514-0171-43E5FC566AA1}"/>
                </a:ext>
              </a:extLst>
            </p:cNvPr>
            <p:cNvSpPr/>
            <p:nvPr/>
          </p:nvSpPr>
          <p:spPr>
            <a:xfrm rot="18951891">
              <a:off x="4213721" y="1755913"/>
              <a:ext cx="192025" cy="19202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7F9E7D7-4D0D-15A7-EDC2-2BC9D650E1F7}"/>
                </a:ext>
              </a:extLst>
            </p:cNvPr>
            <p:cNvCxnSpPr/>
            <p:nvPr/>
          </p:nvCxnSpPr>
          <p:spPr>
            <a:xfrm flipH="1">
              <a:off x="4322372" y="1686817"/>
              <a:ext cx="121920" cy="135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97197D9-7851-EBDA-946A-295FDA8D8B63}"/>
              </a:ext>
            </a:extLst>
          </p:cNvPr>
          <p:cNvGrpSpPr/>
          <p:nvPr/>
        </p:nvGrpSpPr>
        <p:grpSpPr>
          <a:xfrm>
            <a:off x="4833600" y="1604712"/>
            <a:ext cx="720000" cy="720000"/>
            <a:chOff x="4833600" y="1604712"/>
            <a:chExt cx="720000" cy="720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7C68EBE-4156-8140-014E-20545EDEFC6B}"/>
                </a:ext>
              </a:extLst>
            </p:cNvPr>
            <p:cNvSpPr/>
            <p:nvPr/>
          </p:nvSpPr>
          <p:spPr>
            <a:xfrm>
              <a:off x="4833600" y="1604712"/>
              <a:ext cx="7200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D2650BD8-07B8-0A90-1342-753106441813}"/>
                </a:ext>
              </a:extLst>
            </p:cNvPr>
            <p:cNvSpPr/>
            <p:nvPr/>
          </p:nvSpPr>
          <p:spPr>
            <a:xfrm>
              <a:off x="5070420" y="1776862"/>
              <a:ext cx="247650" cy="4546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9" name="Sun 58">
              <a:extLst>
                <a:ext uri="{FF2B5EF4-FFF2-40B4-BE49-F238E27FC236}">
                  <a16:creationId xmlns:a16="http://schemas.microsoft.com/office/drawing/2014/main" id="{4CE9F445-8DD2-1DE7-CB91-E3C5FD2C9EA9}"/>
                </a:ext>
              </a:extLst>
            </p:cNvPr>
            <p:cNvSpPr/>
            <p:nvPr/>
          </p:nvSpPr>
          <p:spPr>
            <a:xfrm>
              <a:off x="5035140" y="1672887"/>
              <a:ext cx="316920" cy="299393"/>
            </a:xfrm>
            <a:prstGeom prst="sun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8E6FF66-BDE5-A8E7-5963-8A9F40643853}"/>
              </a:ext>
            </a:extLst>
          </p:cNvPr>
          <p:cNvGrpSpPr/>
          <p:nvPr/>
        </p:nvGrpSpPr>
        <p:grpSpPr>
          <a:xfrm>
            <a:off x="5711642" y="1604712"/>
            <a:ext cx="720000" cy="720000"/>
            <a:chOff x="5711642" y="1604712"/>
            <a:chExt cx="720000" cy="720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8AC2E21-BE02-9CC2-6CA0-C51951A2684D}"/>
                </a:ext>
              </a:extLst>
            </p:cNvPr>
            <p:cNvSpPr/>
            <p:nvPr/>
          </p:nvSpPr>
          <p:spPr>
            <a:xfrm>
              <a:off x="5711642" y="1604712"/>
              <a:ext cx="7200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40FCC17B-767C-8300-77D2-E06FACE0DF59}"/>
                </a:ext>
              </a:extLst>
            </p:cNvPr>
            <p:cNvSpPr/>
            <p:nvPr/>
          </p:nvSpPr>
          <p:spPr>
            <a:xfrm>
              <a:off x="5948462" y="1776862"/>
              <a:ext cx="247650" cy="4546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2" name="Cross 61">
              <a:extLst>
                <a:ext uri="{FF2B5EF4-FFF2-40B4-BE49-F238E27FC236}">
                  <a16:creationId xmlns:a16="http://schemas.microsoft.com/office/drawing/2014/main" id="{7E4CBE88-E243-F832-9E04-AC2E43B84CDE}"/>
                </a:ext>
              </a:extLst>
            </p:cNvPr>
            <p:cNvSpPr/>
            <p:nvPr/>
          </p:nvSpPr>
          <p:spPr>
            <a:xfrm>
              <a:off x="5984012" y="1703263"/>
              <a:ext cx="175260" cy="176405"/>
            </a:xfrm>
            <a:prstGeom prst="plus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187034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Kammerlander, Calvin (Stud. TCW - AKI)</dc:creator>
  <cp:lastModifiedBy>Calvin Kammerlander</cp:lastModifiedBy>
  <cp:revision>2</cp:revision>
  <dcterms:created xsi:type="dcterms:W3CDTF">2025-08-24T11:53:39Z</dcterms:created>
  <dcterms:modified xsi:type="dcterms:W3CDTF">2025-09-28T15:32:41Z</dcterms:modified>
</cp:coreProperties>
</file>